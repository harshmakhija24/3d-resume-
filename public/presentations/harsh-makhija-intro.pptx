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0" y="0"/>
            <a:ext cx="47548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1A2340">
              <a:alpha val="45000"/>
            </a:srgbClr>
          </a:solidFill>
          <a:ln w="12700">
            <a:solidFill>
              <a:srgbClr val="1A234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57200" y="411480"/>
            <a:ext cx="109728" cy="10972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347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e-START Course 2  ·  Disaster Resilience &amp; Community Health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10058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Harsh Makhija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19659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impact</a:t>
            </a:r>
            <a:endParaRPr lang="en-US" sz="2000" dirty="0"/>
          </a:p>
          <a:p>
            <a:pPr algn="l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curiosity.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3017520"/>
            <a:ext cx="3291840" cy="438912"/>
          </a:xfrm>
          <a:prstGeom prst="roundRect">
            <a:avLst>
              <a:gd name="adj" fmla="val 25000"/>
            </a:avLst>
          </a:prstGeom>
          <a:solidFill>
            <a:srgbClr val="2E5EAA">
              <a:alpha val="8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30449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Management Bangalore  (IIMB)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" y="3813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Jaipur, Rajasthan  ·  Studying in Bengaluru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 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897880" y="256032"/>
            <a:ext cx="2788920" cy="4553712"/>
          </a:xfrm>
          <a:prstGeom prst="roundRect">
            <a:avLst>
              <a:gd name="adj" fmla="val 5902"/>
            </a:avLst>
          </a:prstGeom>
          <a:solidFill>
            <a:srgbClr val="EFF4FB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292608"/>
            <a:ext cx="269748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60120"/>
            <a:ext cx="566928" cy="566928"/>
          </a:xfrm>
          <a:prstGeom prst="ellipse">
            <a:avLst/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051560"/>
            <a:ext cx="329184" cy="329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70432" y="9418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170432" y="123444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BBA Digital Business &amp; Entrepreneurship, IIMB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57200" y="1947672"/>
            <a:ext cx="566928" cy="5669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039112"/>
            <a:ext cx="329184" cy="3291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70432" y="19293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1170432" y="222199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— Aham Aatm Deepah Association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57200" y="2935224"/>
            <a:ext cx="566928" cy="56692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026664"/>
            <a:ext cx="329184" cy="3291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70432" y="29169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Builder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1170432" y="320954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Co-founded Last Life e-sports · 12K+ users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457200" y="3922776"/>
            <a:ext cx="566928" cy="5669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4014216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70432" y="39044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1170432" y="419709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dashboards, Git, No-code/Low-code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CURIOSITY BECOMES ACTION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Aham Aatm Deepah Association — my NGO in Rajasthan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51760" cy="3730752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0624" y="1106424"/>
            <a:ext cx="2542032" cy="2468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📚  Shiksha Project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39502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kids under open skies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18688" y="1051560"/>
            <a:ext cx="2651760" cy="3730752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73552" y="1106424"/>
            <a:ext cx="2542032" cy="2468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10128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🤝  Healing Society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310128" y="39502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hygiene drives in need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071616" y="1051560"/>
            <a:ext cx="2651760" cy="3730752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26480" y="1106424"/>
            <a:ext cx="2542032" cy="2468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63056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✌️  Community Bond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6163056" y="39502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Friendships built on trust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DUAL CONTEXT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very different Indias shaped how I see problems.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3566160"/>
          </a:xfrm>
          <a:prstGeom prst="roundRect">
            <a:avLst>
              <a:gd name="adj" fmla="val 5128"/>
            </a:avLst>
          </a:prstGeom>
          <a:solidFill>
            <a:srgbClr val="1E2D52"/>
          </a:solidFill>
          <a:ln w="12700">
            <a:solidFill>
              <a:srgbClr val="2E4A7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61872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2618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JAIPUR, RAJASTHAN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1719072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arid north — desert heat, scarce water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Heritage-rich but resource-constrained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 firsthand: community vulnerability during crisis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 my NGO &amp; ground-level work</a:t>
            </a:r>
            <a:pPr algn="l" indent="0" marL="0">
              <a:spcAft>
                <a:spcPts val="800"/>
              </a:spcAft>
              <a:buNone/>
            </a:pP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846320" y="1143000"/>
            <a:ext cx="3931920" cy="3566160"/>
          </a:xfrm>
          <a:prstGeom prst="roundRect">
            <a:avLst>
              <a:gd name="adj" fmla="val 5128"/>
            </a:avLst>
          </a:prstGeom>
          <a:solidFill>
            <a:srgbClr val="1E2D52"/>
          </a:solidFill>
          <a:ln w="12700">
            <a:solidFill>
              <a:srgbClr val="2E4A7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261872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32120" y="12618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BENGALURU, KARNATAKA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983480" y="1719072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tech capital — rapid urbanisation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floods, lake crises, density challenges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 study innovation &amp; business systems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 ask: can tech solve what growth breaks?</a:t>
            </a:r>
            <a:pPr algn="l" indent="0" marL="0">
              <a:spcAft>
                <a:spcPts val="800"/>
              </a:spcAft>
              <a:buNone/>
            </a:pP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A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Curiosity: What does resilience actually look like across different geographies?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Connect!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457200" y="12618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exchange ideas, experiences &amp; perspectives 🌏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49040" y="1719072"/>
            <a:ext cx="1645920" cy="1645920"/>
          </a:xfrm>
          <a:prstGeom prst="roundRect">
            <a:avLst>
              <a:gd name="adj" fmla="val 50000"/>
            </a:avLst>
          </a:prstGeom>
          <a:solidFill>
            <a:srgbClr val="2E5EAA"/>
          </a:solidFill>
          <a:ln w="25400">
            <a:solidFill>
              <a:srgbClr val="4A90D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94760" y="1764792"/>
            <a:ext cx="1554480" cy="155448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345643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Harsh Makhija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828800" y="38587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BBA DBE · IIM Bangalore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71500" y="4315968"/>
            <a:ext cx="2468880" cy="548640"/>
          </a:xfrm>
          <a:prstGeom prst="roundRect">
            <a:avLst>
              <a:gd name="adj" fmla="val 20000"/>
            </a:avLst>
          </a:prstGeom>
          <a:solidFill>
            <a:srgbClr val="1E2D52"/>
          </a:solidFill>
          <a:ln w="12700">
            <a:solidFill>
              <a:srgbClr val="2E5EA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440740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4420" y="44074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linkedin.com/in/harshmakhija24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246120" y="4315968"/>
            <a:ext cx="2468880" cy="548640"/>
          </a:xfrm>
          <a:prstGeom prst="roundRect">
            <a:avLst>
              <a:gd name="adj" fmla="val 20000"/>
            </a:avLst>
          </a:prstGeom>
          <a:solidFill>
            <a:srgbClr val="1E2D52"/>
          </a:solidFill>
          <a:ln w="12700">
            <a:solidFill>
              <a:srgbClr val="2E5EA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4407408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49040" y="44074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harsh.makhija24@iimb.ac.in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920740" y="4315968"/>
            <a:ext cx="2468880" cy="548640"/>
          </a:xfrm>
          <a:prstGeom prst="roundRect">
            <a:avLst>
              <a:gd name="adj" fmla="val 20000"/>
            </a:avLst>
          </a:prstGeom>
          <a:solidFill>
            <a:srgbClr val="1E2D52"/>
          </a:solidFill>
          <a:ln w="12700">
            <a:solidFill>
              <a:srgbClr val="C13584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180" y="4407408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23660" y="44074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@imperfectarjuna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Harsh Makhija – Introduction</dc:title>
  <dc:subject>PptxGenJS Presentation</dc:subject>
  <dc:creator>Harsh Makhija</dc:creator>
  <cp:lastModifiedBy>Harsh Makhija</cp:lastModifiedBy>
  <cp:revision>1</cp:revision>
  <dcterms:created xsi:type="dcterms:W3CDTF">2026-06-12T06:12:07Z</dcterms:created>
  <dcterms:modified xsi:type="dcterms:W3CDTF">2026-06-12T06:12:07Z</dcterms:modified>
</cp:coreProperties>
</file>